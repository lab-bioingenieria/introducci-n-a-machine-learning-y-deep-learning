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10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Explica las capas de una CNN (convolución, activación, pooling, capa densa) y entrena una CNN pequeña sobre imágenes.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9. Pedir a dos estudiantes que expliquen una idea con sus palabras antes de avanzar. Resultado previo: Entrena y evalúa una red neuronal multicapa para clasificar latidos de ECG o gestos de EMG, controlando el sobreajuste.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redes multicapa y de la tarea. Pregunta: ¿por qué una red densa es mala para imágenes?
10–30 min · Exposición: Exposición: convolución, filtros, mapas de características, pooling, capas densas, receptive field y parámetros.
30–50 min · Demostración en vivo: Demostración en Colab: construir la CNN del tutorial, entrenarla y visualizar los mapas de características de una capa.
50–55 min · Pausa: Pausa de 5 minutos.
55–80 min · Práctica en salas virtuales: Salas de 4 personas: variar filtros y capas, registrar exactitud y tiempo de entrenamiento y explicar la relación.
80–95 min · Plenaria y discusión: Plenaria: cada sala presenta su configuración. Discusión sobre datos etiquetados escasos en medicina.
95–105 min · Cierre y evaluación: Quiz en Google Forms, publicación de la tarea y adelanto de la semana 11 (clasificación de tumores y patologías).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Colab: construir la CNN del tutorial, entrenarla y visualizar los mapas de características de una capa.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variar filtros y capas, registrar exactitud y tiempo de entrenamiento y explicar la relación.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presenta su configuración. Discusión sobre datos etiquetados escasos en medicina.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Menos parámetros y aprovecha la estructura espacial.
2. (28 − 5)/1 + 1 = 24.
3. Conserva el máximo de cada bloque y reduce el tamaño.
4. Patrones simples como bordes.
5. Acelera el entrenamiento de las CNN.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11.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cs231n.github.io/convolutional-networks/" TargetMode="External"/><Relationship Id="rId2" Type="http://schemas.openxmlformats.org/officeDocument/2006/relationships/hyperlink" Target="https://www.tensorflow.org/tutorials/images/cnn" TargetMode="External"/><Relationship Id="rId3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kaggle.com/datasets/paultimothymooney/chest-xray-pneumonia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10: Redes neuronales convolucionales (CNN)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las capas de una CNN y el papel de cada una.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cómo un filtro convolucional detecta bordes y patrones.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entrenar una CNN pequeña en Colab con Keras.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cómo cambian los mapas de características entre capas.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número de filtros y de capas frente a la exactitud y al costo de cómputo.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CNN para radiografías de tórax.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9: Redes neuronales aplicadas a señales biomédicas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entradas se normalizan con estadísticas del entrenamiento para evitar fugas.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curvas de pérdida muestran sobreajuste o subajuste.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biomedicina se valida por paciente y se reporta sensibilidad y especificidad por clase.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las notas de CS231n sobre CNN hasta la sección de capas de pooling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Esquema de una CNN con dimensiones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tutorial de CNN de TensorFlow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Dos preguntas sobre el código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la GPU en Colab y ejecutar la celda de prueba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Captura de la GPU activa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redes convolucionales?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densa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píxel se conecta a cada neurona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millones de parámetros en imágenes grandes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la estructura espacial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locales que se repiten en toda la imagen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menos parámetros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un patrón sin importar dónde esté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operación de convolución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S(i, j) = Σₘ Σₙ I(i+m, j+n) · K(m, 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matriz pequeña, por ejemplo 3×3.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Deslizamiento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mueve sobre la imagen y calcula un producto local.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sus valores, detecta bordes o texturas.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Mapas de características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Primeras capas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y orientaciones.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intermedias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Texturas y formas simples.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profundas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complejas, como órganos o lesiones.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de los filtros se aprenden, no se diseñan.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Hiperparámetros de la convolución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 del filtro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es lo más habitual.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con que se desliza el filtro.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añadidos para conservar el tamaño.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filtros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patrones distintos se aprenden por capa.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 de la salida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 = (N − F + 2P) / S + 1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28, F = 3, P = 0, S = 1 da 26.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padding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 = 1 se conserva el tamaño 28.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 la mitad aproximadamente.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pooling 2×2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el valor máximo de cada bloque.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tamaño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por dos el alto y el ancho.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parámetros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cómputo de las capas siguientes.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Invarianza leve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 pequeños desplazamientos.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típica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Imagen, por ejemplo 224×224.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Convolución, ReLU y pooling repetidos.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Aplanar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los mapas en un vector.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densas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 los rasgos aprendidos.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 sigmoide según las clases.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Contando parámetros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1 canal de entrada, 32 filtros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5488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18 496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32 canales de entrada, 64 filtros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= (alto · ancho · canales de entrada + 1) · número de filtros.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una CNN en Colab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Activar GPU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ejecución con aceleración.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Cargar datos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normalizadas de 0 a 1.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secuencial con Keras.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 Adam y entropía cruzada.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 exactitud y pérdida por época.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Colab: construir la CNN del tutorial, entrenarla y visualizar los mapas de características de una capa.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variar filtros y capas, registrar exactitud y tiempo de entrenamiento y explicar la relación.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presenta su configuración. Discusión sobre datos etiquetados escasos en medicina.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 tiene una CNN sobre una red densa en imágenes?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salida con N = 28, F = 5, P = 0, S = 1.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max pooling?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aprende la primera capa convolucional?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GPU en Colab?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CNN usa filtros locales compartidos, con muchos menos parámetros que una red densa.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Convolución, activación y pooling extraen rasgos cada vez más abstractos.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de una convolución sigue (N − F + 2P)/S + 1.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la CNN con dos configuraciones y comparar exactitud y parámetros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Cuaderno con tabla comparativa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en un párrafo qué aprende la primera y la última capa convolucional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Párrafo con dos ejemplos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una arquitectura CNN para radiografías de tórax con dimensiones de entrada y salida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Diagrama de arquitectura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CS231n: Convolutional Neural Networks (Stanford)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https://cs231n.github.io/convolutional-networks/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CNN de TensorFlow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https://www.tensorflow.org/tutorials/images/cnn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090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Images, Pneumonia (Kaggle)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https://www.kaggle.com/datasets/paultimothymooney/chest-xray-pneumonia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11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tumores y patologías con redes convolucionales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y evalúa una CNN para clasificar imágenes médicas (radiografía de tórax) y explica su desempeño con métricas clínicas.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el conjunto de radiografías de tórax y contar imágenes por clase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el tutorial de CNN y las métricas clínicas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una colección de TCIA con tumores y anotar la modalidad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10: Redes neuronales convolucionales (CNN)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