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4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Aplica algoritmos de clasificación, regresión y agrupamiento a un conjunto de datos biomédico y evalúa su desempeño.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3. Pedir a dos estudiantes que expliquen una idea con sus palabras antes de avanzar. Resultado previo: Distingue el aprendizaje supervisado del no supervisado y selecciona el tipo de algoritmo adecuado según el problema y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métricas y de la tarea de la semana 3. Presentar el objetivo: clasificar y predecir con datos de EMG y goniometría.
10–30 min · Exposición: Exposición: clasificación (regresión logística, árboles, k-vecinos), regresión (lineal, aleatoria) y agrupamiento aplicados a biomedicina. Pipeline y validación cruzada.
30–50 min · Demostración en vivo: Demostración en Colab: entrenar un clasificador, calcular la matriz de confusión y una regresión del ángulo de la rodilla.
50–55 min · Pausa: Pausa de 5 minutos.
55–80 min · Práctica en salas virtuales: Salas de 4 personas: probar dos algoritmos, comparar métricas y decidir cuál es más seguro para el paciente.
80–95 min · Plenaria y discusión: Plenaria: cada sala justifica su elección. Discusión sobre falsos negativos en diagnóstico y sobre el tamaño pequeño del conjunto de datos.
95–105 min · Cierre y evaluación: Quiz en Google Forms, publicación de la tarea y adelanto de la semana 5 (señales EMG y EEG).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entrenar un clasificador, calcular la matriz de confusión y una regresión del ángulo de la rodilla.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probar dos algoritmos, comparar métricas y decidir cuál es más seguro para 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justifica su elección. Discusión sobre falsos negativos en diagnóstico y sobre el tamaño pequeño del conjunto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La proporción de enfermos que el modelo detecta: VP / (VP + FN).
2. Porque el 95 % de los casos son sanos; pero detecta 0 % de los enfermos.
3. Un enfermo clasificado como sano.
4. Para que datos del mismo paciente no queden en entrenamiento y prueba a la vez.
5. La raíz del error cuadrático medio; penaliza errores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5.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archive.ics.uci.edu/dataset/278/emg+dataset+in+lower+limb" TargetMode="External"/><Relationship Id="rId2" Type="http://schemas.openxmlformats.org/officeDocument/2006/relationships/hyperlink" Target="https://scikit-learn.org/stable/user_guide.html" TargetMode="Externa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scikit-learn.org/stable/modules/clustering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4: Algoritmos de ML en biomedicina: clasificación, regresión y modelos no supervisados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las métricas de clasificación (exactitud, sensibilidad, especificidad) y de regresión (MAE, RMSE, R2).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la sensibilidad y la especificidad importan más que la exactitud en diagnóstico.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 clasificador sobre el conjunto de EMG de miembro inferior para distinguir rodillas sanas de anormales.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matriz de confusión e identificar el tipo de error más costoso clínicamente.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modelo con validación cruzada y decidir si es aceptable para uso clínico.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una mejora al modelo (nuevas características o algoritmo) y justificarla.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3: Machine learning supervisado y no supervisado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etiquetas se clasifica o se hace regresión; sin etiquetas se agrupa o se reduce dimensión.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k-vecinos, árboles y regresión lineal son los algoritmos supervisados 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agrupa por cercanía a centroides y se evalúa con inercia y silueta.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descripción del conjunto de EMG de miembro inferior y anotar las variables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Lista de 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evaluación de modelos de la guía de scikit-learn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Definición de sensibilidad y especificidad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conjunto de datos y cargarlo en Colab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Tabla cargada en el cuaderno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Verdadero positivo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Enfermo que el modelo detecta como enfermo.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Verdadero negativo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 que el modelo clasifica como sano.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 positivo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 clasificado como enfermo: alarma innecesaria.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 negativo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Enfermo clasificado como sano: caso perdido.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 y especificidad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 = VP / (VP + FN)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/ (VN + FP): capacidad de reconocer a los sanos.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FP): de los que marca enfermos, cuántos lo 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clínico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tamizaje prioriza sensibilidad; una confirmación, especificidad.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la exactitud puede engañar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un modelo que siempre responde «sano»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de ese mismo modelo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de la enfermedad en el ejemplo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clases desbalanceadas, mira sensibilidad, especificidad y F1, no solo la exactitud.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regresión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= √( (1/n) Σ (yᵢ − ŷᵢ)² 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error absoluto; mismas unidades que la variable.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más los errores grandes.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de la variación que el modelo explica.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de EMG de miembro inferior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Sujetos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participantes; 11 con anomalías de rodilla diagnosticadas.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electrodos (vasto medial, semitendinoso, bíceps femoral, recto femoral) y goniómetro.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Marcha, extensión de pierna sentado y flexión de pierna.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en clase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rodilla sana o anormal y predecir el ángulo.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Clasificadores para EMG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lineal para clasificación; buena base de comparación.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decisión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legibles sobre RMS y otras características.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k-vecinos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por similitud con ejemplos de entrenamiento.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Bosque aleatorio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árboles, suele ser robusto con pocos datos.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cruzada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datos en k pliegues.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k − 1 pliegues.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en el pliegue restante.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hasta usar todos los pliegues.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media y dispersión; agrupar por sujeto.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Agrupamiento en biomedicina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Subtipos de pacientes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con perfiles clínicos parecidos.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marcha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ciclos de marcha sin etiquetas previas.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artefactos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señal que se separan del resto.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de imagen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sobre intensidades para separar regiones.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clínico de los errores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 negativo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enfermo sin detectar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Retrasa el tratamiento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ser el error más costoso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 positivo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sano marcado como enfermo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estudios y ansiedad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acepta más en tamizaje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entrenar un clasificador, calcular la matriz de confusión y una regresión del ángulo de la rodilla.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probar dos algoritmos, comparar métricas y decidir cuál es más seguro para el paciente.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justifica su elección. Discusión sobre falsos negativos en diagnóstico y sobre el tamaño pequeño del conjunto de datos.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mide la sensibilidad?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modelo que siempre dice «sano» puede tener 95 % de exactitud?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falso negativo?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agrupar la validación cruzada por sujeto?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RMSE?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sensibilidad y la especificidad importan más que la exactitud en diagnóstico.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cruzada, por paciente, da una estimación más honesta del desempeño.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clínico de un falso negativo suele ser mayor que el de un falso positivo.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cuaderno con clasificación, regresión y agrupamiento, cada uno con su métrica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con conclusiones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 párrafo que justifique qué algoritmo recomendarías y por qué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Párrafo de justificación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una característica adicional que mejore el modelo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Propuesta en el foro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dataset in Lower Limb (UCI)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https://archive.ics.uci.edu/dataset/278/emg+dataset+in+lower+limb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usuario de scikit-learn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https://scikit-learn.org/stable/user_guide.html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Clustering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https://scikit-learn.org/stable/modules/clustering.html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señales biomédicas: EMG y EEG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 señales EMG y EEG, extrae características y entrena un clasificador sencillo con ellas.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artículo de NeuroKit2 y la introducción de MNE-Python sobre análisis EEG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el conjunto de EEG de movimiento e imaginación motora y ubicar los archivos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NeuroKit2 y MNE en Colab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4: Algoritmos de ML en biomedicina: clasificación, regresión y modelos no supervisados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