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7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Compara las modalidades de imagen médica según física, contraste, riesgos y aplicaciones, y prepara imágenes para modelos de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6. Pedir a dos estudiantes que expliquen una idea con sus palabras antes de avanzar. Resultado previo: Detecta picos R y pulsos, calcula frecuencia cardiaca y variabilidad, y clasifica latidos con características extraídas de ECG y PPG.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señales y objetivos. Pregunta inicial: ¿qué imagen te han hecho o conoces?
10–30 min · Exposición: Exposición: física básica y contraste de rayos X, TAC, ecografía, resonancia magnética y PET; riesgos por radiación; formato DICOM.
30–50 min · Demostración en vivo: Demostración en 3D Slicer: cargar un estudio, ajustar ventana y nivel, medir una distancia y observar cortes axial, sagital y coronal.
50–55 min · Pausa: Pausa de 5 minutos.
55–80 min · Práctica en salas virtuales: Salas de 4 personas: para tres patologías, elegir la modalidad más adecuada y justificar con contraste, riesgo y costo.
80–95 min · Plenaria y discusión: Plenaria: cada sala defiende su elección. Discusión sobre acceso a estas tecnologías en hospitales de la región.
95–105 min · Cierre y evaluación: Quiz en Google Forms, publicación de la tarea y adelanto de la semana 8 (introducción a deep learning).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3D Slicer: cargar un estudio, ajustar ventana y nivel, medir una distancia y observar cortes axial, sagital y coronal.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para tres patologías, elegir la modalidad más adecuada y justificar con contraste, riesgo y costo.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defiende su elección. Discusión sobre acceso a estas tecnologías en hospitales de la región.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Rayos X, TAC y PET.
2. 0 HU.
3. Metadatos del paciente, del equipo y de la adquisición.
4. Para proteger la privacidad del paciente.
5. Para que imágenes del mismo paciente no estén en entrenamiento y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8.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iki.cancerimagingarchive.net/display/Public/Collections" TargetMode="External"/><Relationship Id="rId2" Type="http://schemas.openxmlformats.org/officeDocument/2006/relationships/hyperlink" Target="https://www.nature.com/articles/sdata2017124" TargetMode="External"/><Relationship Id="rId3" Type="http://schemas.openxmlformats.org/officeDocument/2006/relationships/hyperlink" Target="https://www.slicer.org/" TargetMode="External"/><Relationship Id="rId4" Type="http://schemas.openxmlformats.org/officeDocument/2006/relationships/hyperlink" Target="https://www.kaggle.com/datasets/paultimothymooney/chest-xray-pneumonia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7: Imágenes médicas: rayos X, TAC, ecografía, resonancia magnética y PET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cinco modalidades de imagen (rayos X, TAC, ecografía, resonancia magnética, PET) y su formato DICOM.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mide cada modalidad y qué contraste ofrece.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visualizar un estudio DICOM y ajustar ventana y nivel.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ventajas y limitaciones de cada modalidad para una patología dada.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qué modalidad conviene para tumor cerebral, fractura y lesión pulmonar.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preprocesamiento de imágenes (normalización, recorte, aumento de datos).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6: Práctica con señales biomédicas: ECG (EKG) y PPG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cardiaca sale del intervalo RR: FC = 60 / RR.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PPG detecta pulsos por cambios ópticos y es sensible al movimiento.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de intervalo ayudan a separar latidos normales de arrítmicos.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descripción de las colecciones de TCIA y elegir una con CT, MRI o PET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Nombre de la colección y modalidad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 instalar 3D Slicer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Slicer abierto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estructura del conjunto de radiografías de tórax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Cantidad de clases e imágenes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las modalidades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Rayos X y TAC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 la atenuación de rayos X por los tejidos; usan radiación ionizante.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Ecografía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ecos de ultrasonido; no emplea radiación.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Resonancia magnética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campo magnético y radiofrecuencia; sin radiación ionizante.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 radiotrazador y muestra la función metabólica.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Rayos X frente a TAC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Rayos 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proyección 2D del cuerpo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de bajo costo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en fracturas y tórax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3D reconstruidos de muchas proyecciones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dosis de radiación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hueso, pulmón y urgencias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Ecografía frente a resonancia magnética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Ecografía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y portátil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operador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en abdomen, corazón y embarazo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Resonancia magnética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contraste en tejidos blandos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largos y costosos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en cerebro, columna y articulaciones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y medicina nuclear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Radiotrazador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FDG es un análogo de la glucosa marcado con un emisor de positrones.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 funcional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zonas con mayor consumo de glucosa aparecen más intensas.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PET/CT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función (PET) y anatomía (TAC).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Oncología y neurología, entre otros.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Hounsfield en la TAC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 = 1000 · (μ − μagua) / (μagua − μaire)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= 0 HU; aire = −1000 HU.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Tejidos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Grasa con valores negativos; hueso denso con valores muy altos.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estudios y segmentar por umbral.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formato DICOM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universal de imagen médica.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con datos del paciente, equipo y adquisición.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Paciente, estudio, serie e imagen.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Anonimizar antes de compartir o entrenar.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 y nivel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central de intensidad que se muestra.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 de ventana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mostrado; define el contraste.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Pulmón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ancha y nivel bajo.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Hueso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ancha y nivel alto.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Cerebro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estrecha para ver diferencias sutiles.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para machine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datos personales de imágenes y metadatos.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intensidades a un rango común.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Redimensionar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y fijar un tamaño de entrada.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 y rotaciones leves, sin distorsionar anatomía.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entrenamiento y prueba por paciente.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la modalidad según el caso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Tumor cerebral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 magnética por su contraste de tejidos blandos.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Fractura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Rayos X; TAC si hace falta detalle 3D.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Lesión pulmonar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de tórax o radiografía según la sospecha.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 metabólica de un tumor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PET/CT.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3D Slicer: cargar un estudio, ajustar ventana y nivel, medir una distancia y observar cortes axial, sagital y coronal.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para tres patologías, elegir la modalidad más adecuada y justificar con contraste, riesgo y costo.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defiende su elección. Discusión sobre acceso a estas tecnologías en hospitales de la región.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modalidades usan radiación ionizante?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valor tiene el agua en unidades Hounsfield?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guarda la cabecera de un archivo DICOM?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anonimizar las imágenes?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dividir por paciente y no por imagen?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modalidad mide algo distinto: atenuación, ecos, magnetismo o metabolismo.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unidades Hounsfield y la ventana y nivel guían la lectura de una TAC.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se anonimizan, normalizan y se dividen por paciente antes de entrenar.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una tabla comparativa de las cinco modalidades (principio físico, contraste, riesgo, uso principal)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Tabla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 plan de preprocesamiento para un conjunto de radiografías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Plan de una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ventana y nivel en 3D Slicer con otro estudio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con dos ventanas distintas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TCIA: colecciones públicas de imágenes (CT, MRI, PET)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https://wiki.cancerimagingarchive.net/display/Public/Collections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cancer radiology imaging collections of TCIA (Scientific Data)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https://www.nature.com/articles/sdata2017124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Slicer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https://www.slicer.org/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Images, Pneumonia (Kaggle)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https://www.kaggle.com/datasets/paultimothymooney/chest-xray-pneumonia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8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deep learning y a las redes neuronales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cómo funciona una neurona artificial y una red multicapa, y entrena una red pequeña identificando el efecto de sus hiperparámetros.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Cursar el módulo de redes neuronales del Machine Learning Crash Course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 15 minutos con TensorFlow Playground y anotar qué cambia al agregar capas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perceptrón multicapa de scikit-learn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7: Imágenes médicas: rayos X, TAC, ecografía, resonancia magnética y PET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