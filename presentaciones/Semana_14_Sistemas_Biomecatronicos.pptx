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14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Plantea un modelo de elementos finitos de un fémur (geometría, malla, material, cargas, condiciones de borde), interpreta la distribución de esfuerzos y presenta el proyecto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13. Pedir a dos estudiantes que expliquen una idea con sus palabras antes de avanzar. Resultado previo: Describe el movimiento del cuerpo con variables biomecánicas y calcula esfuerzo, deformación y esfuerzo de flexión en un hueso largo con sus ecuaciones.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 esfuerzos en huesos y de la tarea. Objetivo: pasar del cálculo manual a un modelo por elementos finitos.
10–30 min · Exposición: Exposición: método de elementos finitos, mallado, propiedades de material, cargas y condiciones de borde; ejemplo de fémur en la literatura.
30–50 min · Demostración en vivo: Demostración: mallar una geometría con Gmsh o FreeCAD, aplicar cargas y ver el mapa de esfuerzos. Comparar con el cálculo analítico de la semana 13.
50–55 min · Pausa: Pausa de 5 minutos.
55–80 min · Práctica en salas virtuales: Salas de 4 personas: refinar la malla, registrar el cambio en el esfuerzo máximo y decidir cuándo el resultado converge.
80–95 min · Plenaria y discusión: Presentación del proyecto final por grupos (5 minutos cada uno) con preguntas cruzadas. Coevaluación con rúbrica.
95–105 min · Cierre y evaluación: Cierre del curso: retroalimentación general, encuesta de satisfacción y recomendaciones para continuar con ML, deep learning y biomecánica.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Demostración: mallar una geometría con Gmsh o FreeCAD, aplicar cargas y ver el mapa de esfuerzos. Comparar con el cálculo analítico de la semana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refinar la malla, registrar el cambio en el esfuerzo máximo y decidir cuándo el resultado converge.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Presentación del proyecto final por grupos (5 minutos cada uno) con preguntas cruzadas. Coevaluación con rúbrica.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Geometría, malla, material, cargas y apoyos, solución y resultados.
2. Para que el resultado converja y sea independiente del tamaño de elemento.
3. En el cuello femoral.
4. Un esfuerzo equivalente que indica qué zonas están más exigidas.
5. Comparándolo con el cálculo analítico y con la literatura.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curso: agradecer, recoger retroalimentación y recordar entregables finales.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ciencedirect.com/science/article/abs/pii/S2214785322002784" TargetMode="External"/><Relationship Id="rId2" Type="http://schemas.openxmlformats.org/officeDocument/2006/relationships/hyperlink" Target="https://wiki.freecad.org/FEM_tutorial" TargetMode="External"/><Relationship Id="rId3" Type="http://schemas.openxmlformats.org/officeDocument/2006/relationships/hyperlink" Target="https://doi.org/10.3390/computation14010018" TargetMode="External"/><Relationship Id="rId4" Type="http://schemas.openxmlformats.org/officeDocument/2006/relationships/hyperlink" Target="https://openstax.org/books/university-physics-volume-1/pages/12-3-stress-strain-and-elastic-modulus" TargetMode="External"/><Relationship Id="rId5" Type="http://schemas.openxmlformats.org/officeDocument/2006/relationships/hyperlink" Target="https://gmsh.info/" TargetMode="External"/><Relationship Id="rId6" Type="http://schemas.openxmlformats.org/officeDocument/2006/relationships/hyperlink" Target="https://derekbruff.org/vanderbilt-cft-teaching-guides-archive/blooms-taxonomy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14: Análisis por elementos finitos del fémur y cierre del curso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los pasos de un análisis de elementos finitos: geometría, malla, material, cargas, solución, resultados.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se refina la malla y cómo influye en la convergencia.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un ejemplo sencillo de elementos finitos con Gmsh o FreeCAD y su solver.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distribución de esfuerzos en un fémur y ubicar concentraciones.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resultados frente a la literatura y el cálculo analítico de la semana 13.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presentar el proyecto final integrador del curso.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13: Biomecánica del movimiento y esfuerzos de tensión y compresión en huesos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σ = F/A, deformación ε = ΔL/L0 y módulo de Young E = σ/ε describen el hueso.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flexión, σ = M·c/I, y en un cilindro hueco I = π(Do⁴ − Di⁴)/64.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de seguridad compara la resistencia con el esfuerzo máximo.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revisión de análisis por elementos finitos del fémur humano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Resumen de cinco líneas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el tutorial de FEM de FreeCAD hasta obtener resultados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Captura de esfuerzos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estudio de fémur distal con y sin osteoartritis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Dos hallazgos anotados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del método de elementos finitos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se descompone en elementos pequeños.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Ecuaciones locales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relaciona fuerzas y desplazamientos.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Ensamblar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une todo en un sistema global de ecuaciones.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obtienen los desplazamientos nodales.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ellos salen deformaciones y esfuerzos.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un análisis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Geometría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del hueso, simplificado o a partir de imágenes.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Malla y material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y propiedades mecánicas.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y apoyos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Fuerzas y restricciones del problema.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y resultados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Esfuerzos, deformaciones y verificación.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Geometría del fémur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TAC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segmenta el hueso y se genera la superficie.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limpia y se convierte en un sólido.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Cortical y trabecular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regiones con propiedades distintas.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Cilindro hueco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simple para validar el procedimiento.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elemento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Tetraedros o hexaedros.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Tamaño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pequeños dan más precisión y más cómputo.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Refinamiento local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Mallas finas donde hay concentraciones de esfuerzo.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elementos muy deformados.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Convergencia de malla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Malla gruesa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y anotar el esfuerzo máximo.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31343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148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1488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tamaño de elemento.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09067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260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9260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cambio del esfuerzo máximo.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86791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033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033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Detenerse cuando el cambio sea menor al 5 %.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Propiedades del material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Hueso cortical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Denso y rígido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la mayor parte de la carga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Young alto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Hueso trabecular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Poroso, en forma de 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 energía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Young mucho menor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y condiciones de borde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Cabeza femoral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 contacto de la articulación de la cadera.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Trocánter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 los músculos abductores.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 distal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fijo o restringido.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Equilibrio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que fuerzas y momentos se equilibran.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Interpretar los resultados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Esfuerzo de von Mises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dónde el material está más exigido.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Deformación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Desplazamiento total del hueso.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Concentraciones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Suelen aparecer en el cuello femoral.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 el cálculo analítico y la literatura.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final: qué se presenta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Informe, código, resultados y conclusiones.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 por grupo, con preguntas cruzadas.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Rúbrica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Claridad, evidencia y seguridad del paciente.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Coevaluación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evalúa a otro con la rúbrica.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Demostración: mallar una geometría con Gmsh o FreeCAD, aplicar cargas y ver el mapa de esfuerzos. Comparar con el cálculo analítico de la semana 13.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refinar la malla, registrar el cambio en el esfuerzo máximo y decidir cuándo el resultado converge.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proyecto final por grupos (5 minutos cada uno) con preguntas cruzadas. Coevaluación con rúbrica.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los pasos de un análisis de elementos finitos.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refina la malla?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suelen aparecer concentraciones de esfuerzo en el fémur?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esfuerzo de von Mises?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validas un resultado de elementos finitos?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 elementos finitos divide el dominio en elementos y resuelve un sistema global.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malla se refina hasta que el esfuerzo máximo deja de cambiar de forma apreciable.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se contrastan con el cálculo analítico y con la literatura.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el informe final del proyecto con código, resultados y conclusiones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Informe y repositorio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la coevaluación de los proyectos de otros grupos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Rúbricas completadas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una reflexión sobre el aprendizaje del curso y una propuesta de mejora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Reflexión de una página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Analysis of Human Femur using Finite Element Method: A Review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https://www.sciencedirect.com/science/article/abs/pii/S2214785322002784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4708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FEM de FreeCAD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https://wiki.freecad.org/FEM_tutorial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1401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del fémur distal, normal vs osteoartrítico (Computation, MDPI)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https://doi.org/10.3390/computation14010018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2801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OpenStax: esfuerzo, deformación y módulo elástico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https://openstax.org/books/university-physics-volume-1/pages/12-3-stress-strain-and-elastic-modulus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47088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84708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Gmsh: generador de mallas de elementos finitos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https://gmsh.info/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14016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00600" y="241401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Bloom, guía del Center for Teaching de Vanderbilt (archivo)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https://derekbruff.org/vanderbilt-cft-teaching-guides-archive/blooms-taxonomy/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del curso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tu trabajo en estas 14 semanas.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la encuesta de satisfacción del curso.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el informe final y la coevaluación.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practicando: machine learning en señales e imágenes, y biomecánica computacional.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14: Análisis por elementos finitos del fémur y cierre del curso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