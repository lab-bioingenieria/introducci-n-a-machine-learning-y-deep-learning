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6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Detecta picos R y pulsos, calcula frecuencia cardiaca y variabilidad, y clasifica latidos con características extraídas de ECG y PPG.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5. Pedir a dos estudiantes que expliquen una idea con sus palabras antes de avanzar. Resultado previo: Preprocesa señales EMG y EEG, extrae características y entrena un clasificador sencillo con ellas.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EMG y EEG, y del pipeline de señal. Objetivos de la sesión.
10–30 min · Exposición: Exposición: anatomía del ECG, forma del pulso de PPG, intervalos RR, frecuencia cardiaca y variabilidad. Arritmias frecuentes.
30–50 min · Demostración en vivo: Demostración en Colab: leer un registro de PhysioNet, detectar picos R y pulsos y calcular frecuencia cardiaca.
50–55 min · Pausa: Pausa de 5 minutos.
55–80 min · Práctica en salas virtuales: Salas de 4 personas: comparar la frecuencia cardiaca de ECG y PPG y clasificar latidos con características de RR.
80–95 min · Plenaria y discusión: Plenaria: cada sala presenta su comparación. Discusión sobre limitaciones del PPG en movimiento y con perfusión baja.
95–105 min · Cierre y evaluación: Quiz en Google Forms, publicación de la tarea y adelanto de la semana 7 (imágenes médicas).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leer un registro de PhysioNet, detectar picos R y pulsos y calcular frecuencia cardiaca.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comparar la frecuencia cardiaca de ECG y PPG y clasificar latidos con características de 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presenta su comparación. Discusión sobre limitaciones del PPG en movimiento y con perfusión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El complejo QRS, en especial el pico R.
2. 60 / 0,6 = 100 lpm.
3. Cambios ópticos del volumen de sangre en cada latido.
4. Sensibilidad al movimiento o perfusión baja.
5. Un RR previo más corto de lo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7.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physionet.org/content/mitdb/1.0.0/" TargetMode="External"/><Relationship Id="rId2" Type="http://schemas.openxmlformats.org/officeDocument/2006/relationships/hyperlink" Target="https://physionet.org/content/bidmc/1.0.0/" TargetMode="Externa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pypi.org/project/neurokit2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6: Práctica con señales biomédicas: ECG (EKG) y PPG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las ondas P, QRS y T del ECG y la forma de un pulso de PPG.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cómo se obtiene la frecuencia cardiaca desde ECG y desde PPG.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detección de picos R y de pulsos con NeuroKit2 sobre registros de PhysioNet.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diferencias entre latidos normales y arrítmicos usando características de intervalo.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concordancia entre la frecuencia cardiaca del ECG y la del PPG.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clasificador de latidos con características de RR.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5: Práctica con señales biomédicas: EMG y EEG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y EEG se filtran, se dividen en ventanas y se resumen con características.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sirve para EMG y la potencia por bandas (alfa, beta) para EEG.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artefactos es parte del análisis, no un detalle.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descripción del conjunto MIT-BIH y anotar las clases de latidos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Lista de clases de latidos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descripción del conjunto BIDMC con ECG, PPG y respiración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Frecuencia de muestreo y duración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NeuroKit2 en Colab y ejecutar el ejemplo de ECG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Gráfica del ECG con picos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del ECG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Onda 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Despolarización de las aurículas.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Complejo QRS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Despolarización de los ventrículos; es el pico que se detecta.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Onda 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Repolarización de los ventrículos.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 RR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entre dos picos R consecutivos.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pulso del PPG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Emisor y detector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LED ilumina la piel y un fotodetector mide la luz.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de sangre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latido cambia la absorción de luz.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Pico sistólico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máximo de cada pulso marca el latido.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Muesca dicrótica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 depresión en la bajada del pulso.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cardiaca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 (lpm) = 60 / RR (s)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de 0,8 s equivale a 75 latidos por minuto.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PPG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el intervalo entre picos de pulso.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entre intervalos sucesivos: HRV.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picos 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banda para resaltar el QRS.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las pendientes rápidas.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Elevar al cuadrado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positivos y acentuar los picos.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móvil sobre una ventana.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adaptativo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picos son latidos (Pan-Tompkins).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 de la frecuencia cardiaca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SDNN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 de los intervalos normales.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RMSSD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promedio de diferencias sucesivas; refleja actividad vagal.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pNN50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diferencias sucesivas mayores a 50 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LF/HF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entre bandas de baja y alta frecuencia.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MIT-BIH de arritmias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media hora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Hz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110 000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latidos anotados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de cardiólogos para cada latido; 47 sujetos.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BIDMC: ECG, PPG y respiración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8 minutos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 Hz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señales: ECG, PPG y respiración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 cuidados críticos; incluye anotaciones manuales de respiraciones.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latidos con características de RR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 previo y posterior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Latidos prematuros acortan el intervalo previo.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 del QRS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Latidos ventriculares suelen ser más anchos.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amplitud respecto al latido normal.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ventricular y supraventricular como punto de partida.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y ventajas del PPG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al movimiento de la muñeca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con perfusión baja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pigmentación de la piel puede afectar la señal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invasivo y de bajo costo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en relojes y anillos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monitoreo continuo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leer un registro de PhysioNet, detectar picos R y pulsos y calcular frecuencia cardiaca.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comparar la frecuencia cardiaca de ECG y PPG y clasificar latidos con características de RR.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presenta su comparación. Discusión sobre limitaciones del PPG en movimiento y con perfusión baja.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onda del ECG se usa para detectar latidos?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FC si RR = 0,6 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mide el PPG?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una limitación del PPG.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característica ayuda a detectar un latido prematuro?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cardiaca sale del intervalo RR: FC = 60 / RR.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PPG detecta pulsos por cambios ópticos y es sensible al movimiento.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de intervalo ayudan a separar latidos normales de arrítmicos.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cuaderno con la detección de picos y la comparación ECG frente a PPG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con gráficas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cuándo un PPG de muñeca no es confiable y qué alternativas propondrías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Texto de media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característica nueva para separar latidos normales de arrítmicos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Propuesta en el foro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Database (PhysioNet)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https://physionet.org/content/mitdb/1.0.0/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BIDMC PPG and Respiration Dataset (PhysioNet)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https://physionet.org/content/bidmc/1.0.0/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NeuroKit2 en PyPI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https://pypi.org/project/neurokit2/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7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médicas: rayos X, TAC, ecografía, resonancia magnética y PET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modalidades de imagen médica según física, contraste, riesgos y aplicaciones, y prepara imágenes para modelos de ML.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descripción de las colecciones de TCIA y elegir una con CT, MRI o PET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 instalar 3D Slicer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estructura del conjunto de radiografías de tórax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6: Práctica con señales biomédicas: ECG (EKG) y PPG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