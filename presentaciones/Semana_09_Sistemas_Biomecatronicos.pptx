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 9 de 14. Dar la bienvenida, verificar audio y video, y recordar las reglas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objetivos, uno por cada nivel de la taxonomía de Bloom revisada. Al final de la clase el quiz verifica los primeros niveles y la tarea cubre los superiores.
Resultado de aprendizaje: Entrena y evalúa una red neuronal multicapa para clasificar latidos de ECG o gestos de EMG, controlando el sobreajuste.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 semana 8. Pedir a dos estudiantes que expliquen una idea con sus palabras antes de avanzar. Resultado previo: Explica cómo funciona una neurona artificial y una red multicapa, y entrena una red pequeña identificando el efecto de sus hiperparámetros.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de la clase:
0–10 min · Apertura: Repaso del entrenamiento de una red y de las tareas. Objetivo: red multicapa sobre señales reales.
10–30 min · Exposición: Exposición: preparación de entradas, arquitectura, regularización, detención temprana y curvas de aprendizaje. Métricas clínicas.
30–50 min · Demostración en vivo: Demostración en Colab: entrenar una red multicapa con características de ECG y graficar la pérdida en entrenamiento y validación.
50–55 min · Pausa: Pausa de 5 minutos.
55–80 min · Práctica en salas virtuales: Salas de 4 personas: agregar regularización o detención temprana y comparar métricas antes y después del cambio.
80–95 min · Plenaria y discusión: Plenaria: cada sala presenta su mejora. Discusión sobre datos desbalanceados y sobre por qué la exactitud engaña.
95–105 min · Cierre y evaluación: Quiz en Google Forms, publicación de la tarea y adelanto de la semana 10 (redes convolucionales).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recorre los seis niveles de la taxonomía de Bloom revisada, de recordar a crear, con una actividad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 quién completó cada actividad previa y qué dudas surgieron. Usar sus respuestas para ajustar el ritmo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(20 min): Demostración en Colab: entrenar una red multicapa con características de ECG y graficar la pérdida en entrenamiento y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las salas en Zoom y asignar roles. Pasar por cada sala durante el trabajo. Actividad: Salas de 4 personas: agregar regularización o detención temprana y comparar métricas antes y después del cambio.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Plenaria (15 min). Criterios de la rúbrica de coevaluación: claridad, evidencia y seguridad del paciente. Plenaria: cada sala presenta su mejora. Discusión sobre datos desbalanceados y sobre por qué la exactitud engaña.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
1. Solo con el conjunto de entrenamiento.
2. Sobreajuste.
3. L2, dropout o detención temprana.
4. Para evitar que el modelo reconozca al paciente en vez de la enfermedad.
5. Sensibilidad y especificidad por clase, y 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clave. Pedir a un estudiante que las resuma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entregable y su fecha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este enlace en el chat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Adelanto de la semana 10. Recordar las actividades previas y su duración.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colab.research.google.com/" TargetMode="External"/><Relationship Id="rId2" Type="http://schemas.openxmlformats.org/officeDocument/2006/relationships/hyperlink" Target="https://scikit-learn.org/stable/modules/neural_networks_supervised.html" TargetMode="External"/><Relationship Id="rId3" Type="http://schemas.openxmlformats.org/officeDocument/2006/relationships/hyperlink" Target="https://physionet.org/content/mitdb/1.0.0/" TargetMode="External"/><Relationship Id="rId4" Type="http://schemas.openxmlformats.org/officeDocument/2006/relationships/hyperlink" Target="https://archive.ics.uci.edu/dataset/278/emg+dataset+in+lower+limb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108960" cy="31089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29184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BIOMECATRONICOS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9: Redes neuronales aplicadas a señales biomédicas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ESPOL  ·  Clase virtual de 1 h 45 min  ·  Taxonomía de Bloom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los conceptos de regularización, dropout y detención temprana.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qué se normalizan las entradas y cómo se codifican las clases.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una red multicapa con las características de la semana 5 o 6.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las curvas de pérdida para detectar sobreajuste y subajuste.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modelo con sensibilidad, especificidad y validación cruzada.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red con regularización y comparar antes y después.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anterior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8: Introducción al deep learning y a las redes neuronales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neurona calcula una suma ponderada y aplica una función de activación.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aprende al reducir la pérdida con descenso del gradiente y retropropagación.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aprendizaje, capas y épocas son hiperparámetros que se ajustan con validación.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sesión: 105 minutos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53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810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194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108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3566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39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evaluación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096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trabajaremos: niveles de Bloom en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repaso rápido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562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con ejemplos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86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169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salas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621792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 y rúbrica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08660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quiz y tarea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preparaste antes de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Repasar el cuaderno de ECG o EMG y preparar la matriz de características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Matriz de características lista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redes neuronales de scikit-learn sobre regularización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Definición de regularización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conjunto MIT-BIH y decidir cuáles clases de latido usar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Lista de clases elegidas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las entradas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RR previo, RR posterior, ancho y amplitud.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31343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1488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1488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z con media y desviación del entrenamiento.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09067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260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Codificar clases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9260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one-hot para varias clases.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86791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7033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 por sujeto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033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paciente solo en entrenamiento o solo en prueba.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para clasificar latidos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con las características de cada latido.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 ocultas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capas de 32 a 64 neuronas con ReLU.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Salida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con una neurona por clase.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Entropía cruzada categórica.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Normalización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(x − μ) / 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y desviación se obtienen solo del conjunto de entrenamiento.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los mismos valores en validación y prueba.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con todos los datos produce fuga de información.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Curvas de aprendizaje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Sobreajuste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pérdida de entrenamiento baja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 validación sube o se estanca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regularizar o conseguir más datos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Subajuste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pérdidas se mantienen altas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captura el patrón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más capacidad o mejores características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Regularización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pesos grandes.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neuronas al azar durante el entrenamiento.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Detención temprana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Detiene cuando la validación deja de mejorar.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datos o aumento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 defensa contra la memorización.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desbalanceadas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 de clase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más peso a la clase rara en la pérdida.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Sobremuestreo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o sintetizar ejemplos de la clase minoritaria.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Submuestreo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clase mayoritaria.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por clase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cada clase, no solo la exactitud global.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clínicas por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Sensibilidad por clase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fracción de cada tipo de latido se detecta.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Especificidad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fracción de no casos se reconoce.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entre precisión y sensibilidad.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multiclase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qué clases se confunden entre sí.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por paciente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todos los latidos de cada paciente.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31343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1488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1488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paciente aparece en entrenamiento y prueba a la vez.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09067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260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cruzada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9260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grupos de pacientes.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86791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7033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033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y dispersión entre pliegues.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prototipo al hospital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externos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otro hospital y otros equipos.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Calibración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probabilidades deben corresponder a la frecuencia real.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Explicabilidad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por qué el modelo decide así.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Supervisión médica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apoya la decisión, no la reemplaza.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haremos (20 min)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Colab: entrenar una red multicapa con características de ECG y graficar la pérdida en entrenamiento y validación.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64592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en tu propio Colab o software mientras se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6974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dudas en el chat con el número de paso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374904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capturas para tu entregable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personas: agregar regularización o detención temprana y comparar métricas antes y después del cambio.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Moderador/a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el tiempo y da la palabra.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Ejecutor/a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y corre el ejercicio.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6324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Verificador/a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resultados y unidades.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Relator/a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hallazgos en el documento.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Plenaria: cada sala presenta su mejora. Discusión sobre datos desbalanceados y sobre por qué la exactitud engaña.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se entiende sin ver 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con datos, métricas o cálculos.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el riesgo de equivocarse.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cierre (Google Forms)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2646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datos se calculan la media y la desviación para normalizar?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66544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indica una pérdida de validación que sube mientras la de entrenamiento baja?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dos técnicas de regularización.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separar por paciente?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métrica usar con clases muy desbalanceadas?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de hoy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entradas se normalizan con estadísticas del entrenamiento para evitar fugas.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curvas de pérdida muestran sobreajuste o subajuste.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biomedicina se valida por paciente y se reporta sensibilidad y especificidad por clase.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la clase: tarea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el cuaderno con la red, las curvas de pérdida y las métricas clínicas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Cuaderno con gráficas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qué falló primero al entrenar y cómo lo resolviste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Texto de media página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cómo manejarías las clases desbalanceadas en un hospital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Propuesta en el foro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enlaces de la sesión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88366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Redes neuronales supervisadas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https://scikit-learn.org/stable/modules/neural_networks_supervised.html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8716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Arrhythmia Database (PhysioNet)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https://physionet.org/content/mitdb/1.0.0/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09067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dataset in Lower Limb (UCI)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https://archive.ics.uci.edu/dataset/278/emg+dataset+in+lower+limb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confirmados por búsqueda web el 30/09/2026; ábrelos una vez antes de la clase.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clase: Semana 10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017520"/>
            <a:ext cx="2194560" cy="21945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neuronales convolucionales (CNN)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las capas de una CNN (convolución, activación, pooling, capa densa) y entrena una CNN pequeña sobre imágenes.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esa clase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01568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las notas de CS231n sobre CNN hasta la sección de capas de pooling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tutorial de CNN de TensorFlow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la GPU en Colab y ejecutar la celda de prueba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9: Redes neuronales aplicadas a señales biomédicas</dc:title>
  <dc:subject>PptxGenJS Presentation</dc:subject>
  <dc:creator>Sistemas Biomecatrónicos, ESPOL</dc:creator>
  <cp:lastModifiedBy>Sistemas Biomecatrónicos, ESPOL</cp:lastModifiedBy>
  <cp:revision>1</cp:revision>
  <dcterms:created xsi:type="dcterms:W3CDTF">2026-09-30T16:49:19Z</dcterms:created>
  <dcterms:modified xsi:type="dcterms:W3CDTF">2026-09-30T16:49:19Z</dcterms:modified>
</cp:coreProperties>
</file>